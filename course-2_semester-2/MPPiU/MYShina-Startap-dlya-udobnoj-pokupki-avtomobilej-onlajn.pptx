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Gelasio" panose="020B0604020202020204" charset="0"/>
      <p:regular r:id="rId22"/>
    </p:embeddedFont>
  </p:embeddedFontLst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46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56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MY_Шина: Стартап для удобной покупки автомобилей онлайн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MY_Шина – это инновационный стартап, предлагающий удобную платформу для покупки и продажи автомобилей. Мы стремимся упростить процесс выбора и приобретения авто, делая его максимально прозрачным и комфортным для каждого.</a:t>
            </a:r>
            <a:endParaRPr lang="en-US" sz="17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E209A9-509A-4F01-A31B-BD07065AD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608"/>
            <a:ext cx="5906324" cy="7659444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66BDEF53-D80D-4E68-98A8-FB5DB1111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49540"/>
            <a:ext cx="14630399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551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Что такое MY_Шина: Наша платформа для покупки и продажи авто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Широкий выбор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118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Большой ассортимент автомобилей различных марок и моделей.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Прозрачность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75118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Детальные описания и проверенные данные каждого авто.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Удобство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75118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Простой и понятный интерфейс для легкого поиска и сравнения.</a:t>
            </a:r>
            <a:endParaRPr lang="en-US" sz="1750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803F0757-0DE7-4194-BDD2-F43EE0184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49540"/>
            <a:ext cx="14630399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29671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Наша целевая аудитория: Кто будет пользоваться MY_Шина?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401835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</p:sp>
      <p:sp>
        <p:nvSpPr>
          <p:cNvPr id="5" name="Text 2"/>
          <p:cNvSpPr/>
          <p:nvPr/>
        </p:nvSpPr>
        <p:spPr>
          <a:xfrm>
            <a:off x="6462236" y="4103370"/>
            <a:ext cx="14620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4018359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Молодые специалисты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4863108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25-35 лет, ищут свой первый автомобиль.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401835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</p:sp>
      <p:sp>
        <p:nvSpPr>
          <p:cNvPr id="9" name="Text 6"/>
          <p:cNvSpPr/>
          <p:nvPr/>
        </p:nvSpPr>
        <p:spPr>
          <a:xfrm>
            <a:off x="10332006" y="4103370"/>
            <a:ext cx="19002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40183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Семейные пары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4508778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35-50 лет, нуждаются в просторном и безопасном авто.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607945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</p:sp>
      <p:sp>
        <p:nvSpPr>
          <p:cNvPr id="13" name="Text 10"/>
          <p:cNvSpPr/>
          <p:nvPr/>
        </p:nvSpPr>
        <p:spPr>
          <a:xfrm>
            <a:off x="6441400" y="6164461"/>
            <a:ext cx="18776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6079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Автолюбители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56986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Люди, ценящие комфорт и современные технологии.</a:t>
            </a:r>
            <a:endParaRPr lang="en-US" sz="175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C51383F-C08C-46CD-BC96-2CFFED626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2" y="1133265"/>
            <a:ext cx="5318586" cy="2970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5CC13F93-AC80-44B6-8277-6AA473736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2" y="4492699"/>
            <a:ext cx="5318585" cy="299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FB309B39-CDB9-41A7-8D4B-643F418F0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49540"/>
            <a:ext cx="14630399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51364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Решение проблемы: Какие потребности MY_Шина удовлетворяет?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80140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773930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Поиск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5264348"/>
            <a:ext cx="229195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Экономия времени на поиске подходящего автомобиля.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904" y="3980140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25904" y="4773930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Надежность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425904" y="5264348"/>
            <a:ext cx="22920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Гарантия честной и прозрачной сделки.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8138" y="3980140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58138" y="4773930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Выгода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058138" y="5264348"/>
            <a:ext cx="229195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Возможность сравнить цены и выбрать лучшее предложение.</a:t>
            </a:r>
            <a:endParaRPr lang="en-US" sz="1750" dirty="0"/>
          </a:p>
        </p:txBody>
      </p:sp>
      <p:pic>
        <p:nvPicPr>
          <p:cNvPr id="4102" name="Picture 6" descr="Picture background">
            <a:extLst>
              <a:ext uri="{FF2B5EF4-FFF2-40B4-BE49-F238E27FC236}">
                <a16:creationId xmlns:a16="http://schemas.microsoft.com/office/drawing/2014/main" id="{90120778-4602-4087-A634-875ED067C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576" y="5128259"/>
            <a:ext cx="5378824" cy="3101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Picture background">
            <a:extLst>
              <a:ext uri="{FF2B5EF4-FFF2-40B4-BE49-F238E27FC236}">
                <a16:creationId xmlns:a16="http://schemas.microsoft.com/office/drawing/2014/main" id="{92406FA0-4127-4100-8540-E6A39A6C6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577" y="1513642"/>
            <a:ext cx="5378824" cy="326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3073" y="607457"/>
            <a:ext cx="7597854" cy="207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Наши конкуренты: Кто еще предлагает подобные услуги?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1089065" y="3009305"/>
            <a:ext cx="30480" cy="4613077"/>
          </a:xfrm>
          <a:prstGeom prst="roundRect">
            <a:avLst>
              <a:gd name="adj" fmla="val 108709"/>
            </a:avLst>
          </a:prstGeom>
          <a:solidFill>
            <a:srgbClr val="504D4C"/>
          </a:solidFill>
          <a:ln/>
        </p:spPr>
      </p:sp>
      <p:sp>
        <p:nvSpPr>
          <p:cNvPr id="5" name="Shape 2"/>
          <p:cNvSpPr/>
          <p:nvPr/>
        </p:nvSpPr>
        <p:spPr>
          <a:xfrm>
            <a:off x="1322308" y="3491032"/>
            <a:ext cx="773073" cy="30480"/>
          </a:xfrm>
          <a:prstGeom prst="roundRect">
            <a:avLst>
              <a:gd name="adj" fmla="val 108709"/>
            </a:avLst>
          </a:prstGeom>
          <a:solidFill>
            <a:srgbClr val="504D4C"/>
          </a:solidFill>
          <a:ln/>
        </p:spPr>
      </p:sp>
      <p:sp>
        <p:nvSpPr>
          <p:cNvPr id="6" name="Shape 3"/>
          <p:cNvSpPr/>
          <p:nvPr/>
        </p:nvSpPr>
        <p:spPr>
          <a:xfrm>
            <a:off x="855821" y="3257788"/>
            <a:ext cx="496967" cy="496967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</p:sp>
      <p:sp>
        <p:nvSpPr>
          <p:cNvPr id="7" name="Text 4"/>
          <p:cNvSpPr/>
          <p:nvPr/>
        </p:nvSpPr>
        <p:spPr>
          <a:xfrm>
            <a:off x="1033105" y="3340537"/>
            <a:ext cx="142399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319218" y="3230166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Авто.ру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2319218" y="3707725"/>
            <a:ext cx="605170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Крупный портал с объявлениями о продаже авто.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322308" y="4984552"/>
            <a:ext cx="773073" cy="30480"/>
          </a:xfrm>
          <a:prstGeom prst="roundRect">
            <a:avLst>
              <a:gd name="adj" fmla="val 108709"/>
            </a:avLst>
          </a:prstGeom>
          <a:solidFill>
            <a:srgbClr val="504D4C"/>
          </a:solidFill>
          <a:ln/>
        </p:spPr>
      </p:sp>
      <p:sp>
        <p:nvSpPr>
          <p:cNvPr id="11" name="Shape 8"/>
          <p:cNvSpPr/>
          <p:nvPr/>
        </p:nvSpPr>
        <p:spPr>
          <a:xfrm>
            <a:off x="855821" y="4751308"/>
            <a:ext cx="496967" cy="496967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</p:sp>
      <p:sp>
        <p:nvSpPr>
          <p:cNvPr id="12" name="Text 9"/>
          <p:cNvSpPr/>
          <p:nvPr/>
        </p:nvSpPr>
        <p:spPr>
          <a:xfrm>
            <a:off x="1011674" y="4834057"/>
            <a:ext cx="185142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319218" y="4723686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Авито Авто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2319218" y="5201245"/>
            <a:ext cx="605170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Популярная платформа для частных объявлений.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322308" y="6478072"/>
            <a:ext cx="773073" cy="30480"/>
          </a:xfrm>
          <a:prstGeom prst="roundRect">
            <a:avLst>
              <a:gd name="adj" fmla="val 108709"/>
            </a:avLst>
          </a:prstGeom>
          <a:solidFill>
            <a:srgbClr val="504D4C"/>
          </a:solidFill>
          <a:ln/>
        </p:spPr>
      </p:sp>
      <p:sp>
        <p:nvSpPr>
          <p:cNvPr id="16" name="Shape 13"/>
          <p:cNvSpPr/>
          <p:nvPr/>
        </p:nvSpPr>
        <p:spPr>
          <a:xfrm>
            <a:off x="855821" y="6244828"/>
            <a:ext cx="496967" cy="496967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</p:sp>
      <p:sp>
        <p:nvSpPr>
          <p:cNvPr id="17" name="Text 14"/>
          <p:cNvSpPr/>
          <p:nvPr/>
        </p:nvSpPr>
        <p:spPr>
          <a:xfrm>
            <a:off x="1012865" y="6327577"/>
            <a:ext cx="182761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319218" y="6217206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Дром.ру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2319218" y="6694765"/>
            <a:ext cx="605170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Специализированный сайт для продажи японских автомобилей.</a:t>
            </a:r>
            <a:endParaRPr lang="en-US" sz="17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F62A782-02B8-4A8A-97E3-598519FE2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23" y="607457"/>
            <a:ext cx="6106377" cy="7622143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68568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Уникальность MY_Шина: Что отличает нас от других?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152180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33789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dirty="0">
                <a:solidFill>
                  <a:srgbClr val="C9C2C0"/>
                </a:solidFill>
                <a:cs typeface="Gelasio" pitchFamily="34" charset="-120"/>
              </a:rPr>
              <a:t>Удобный и современный интерфейс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3869412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Удобное создание объявлений и поиск нужного ТС</a:t>
            </a: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513064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739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Проверка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523029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Тщательная проверка технического состояния автомобилей.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182916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64097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Сервис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6900148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Полный спектр услуг, от подбора до оформления.</a:t>
            </a:r>
            <a:endParaRPr lang="en-US" sz="1750" dirty="0"/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C787AAC7-FA3F-4A6E-8DC6-F00E25574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57398"/>
            <a:ext cx="14630399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utoShape 2" descr="Выбор Костаки: русский авангард и нонконформизм на выставке в Музее AZ • Интерьер+Дизайн Роберт Капа, Цветы Для Элджернона, Новое Начало, Анри Картье Брессон, Василий Кандинский, Штрих, Кубизм, Раскадровка, Авангард">
            <a:extLst>
              <a:ext uri="{FF2B5EF4-FFF2-40B4-BE49-F238E27FC236}">
                <a16:creationId xmlns:a16="http://schemas.microsoft.com/office/drawing/2014/main" id="{F3ED084B-81AF-4D9D-BCD9-6A932C1FF9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LID4096"/>
          </a:p>
        </p:txBody>
      </p:sp>
      <p:pic>
        <p:nvPicPr>
          <p:cNvPr id="8196" name="Picture 4" descr="Выбор Костаки: русский авангард и нонконформизм на выставке в Музее AZ • Интерьер+Дизайн Роберт Капа, Цветы Для Элджернона, Новое Начало, Анри Картье Брессон, Василий Кандинский, Штрих, Кубизм, Раскадровка, Авангард">
            <a:extLst>
              <a:ext uri="{FF2B5EF4-FFF2-40B4-BE49-F238E27FC236}">
                <a16:creationId xmlns:a16="http://schemas.microsoft.com/office/drawing/2014/main" id="{57F6B323-ACA1-4F95-B1B7-EE733BB8F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681"/>
            <a:ext cx="5658522" cy="7067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6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Модель монетизации: Как MY_Шина зарабатывает?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4442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Комиссия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932640"/>
            <a:ext cx="378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 каждой успешной сделки купли-продажи.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80115" y="4548783"/>
            <a:ext cx="12180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937790" y="3215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Реклама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70629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Размещение рекламных объявлений на платформе.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60794" y="3597712"/>
            <a:ext cx="158353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937790" y="56684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Услуги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615886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Дополнительные сервисы: страхование, кредитование.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85973" y="6323886"/>
            <a:ext cx="15644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200" dirty="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516BA4BC-5916-4E28-B3D0-AB0A5DCA3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49540"/>
            <a:ext cx="14630399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537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Маркетинговая стратегия: Как мы привлекаем клиентов?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76563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403283"/>
            <a:ext cx="12180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94328" y="3203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3693795"/>
            <a:ext cx="47696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Оптимизация сайта для поисковых систем.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4268272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504D4C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4396859"/>
            <a:ext cx="4347567" cy="1306949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9" name="Text 7"/>
          <p:cNvSpPr/>
          <p:nvPr/>
        </p:nvSpPr>
        <p:spPr>
          <a:xfrm>
            <a:off x="1020604" y="4823579"/>
            <a:ext cx="158353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4623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5114092"/>
            <a:ext cx="356901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Активность в социальных сетях.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688568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504D4C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5817156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14" name="Text 12"/>
          <p:cNvSpPr/>
          <p:nvPr/>
        </p:nvSpPr>
        <p:spPr>
          <a:xfrm>
            <a:off x="1020604" y="6243876"/>
            <a:ext cx="15644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2014" y="60439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Контент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6534388"/>
            <a:ext cx="45746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Полезные статьи и обзоры автомобилей.</a:t>
            </a:r>
            <a:endParaRPr lang="en-US" sz="1750" dirty="0"/>
          </a:p>
        </p:txBody>
      </p:sp>
      <p:pic>
        <p:nvPicPr>
          <p:cNvPr id="17" name="Picture 6">
            <a:extLst>
              <a:ext uri="{FF2B5EF4-FFF2-40B4-BE49-F238E27FC236}">
                <a16:creationId xmlns:a16="http://schemas.microsoft.com/office/drawing/2014/main" id="{D5BA5094-19BE-45E3-B655-E779C1AC5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49540"/>
            <a:ext cx="14630399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91678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Заключение: MY_Шина - ваш надежный партнер в </a:t>
            </a:r>
            <a:r>
              <a:rPr lang="en-US" sz="4450" dirty="0" err="1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мире</a:t>
            </a: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ru-RU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транспортных средств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83280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373433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610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Надежность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100512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Проверенные автомобили и прозрачные условия.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383280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373433"/>
          </a:solidFill>
          <a:ln/>
        </p:spPr>
      </p:sp>
      <p:sp>
        <p:nvSpPr>
          <p:cNvPr id="8" name="Text 5"/>
          <p:cNvSpPr/>
          <p:nvPr/>
        </p:nvSpPr>
        <p:spPr>
          <a:xfrm>
            <a:off x="4912281" y="3610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Удобство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4100512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Интуитивно понятный интерфейс и профессиональная поддержка.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005751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62325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Выгода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72298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Лучшие предложения и экономия времени.</a:t>
            </a:r>
            <a:endParaRPr lang="en-US" sz="1750" dirty="0"/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D027B69C-F761-40EE-9700-2C0EFC6DC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1120" y="4378361"/>
            <a:ext cx="5669280" cy="386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Picture background">
            <a:extLst>
              <a:ext uri="{FF2B5EF4-FFF2-40B4-BE49-F238E27FC236}">
                <a16:creationId xmlns:a16="http://schemas.microsoft.com/office/drawing/2014/main" id="{4368BDB0-4D9C-42C7-B2C7-9B98ECB85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8202" y="1038344"/>
            <a:ext cx="5542198" cy="281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1D60620A-F304-47D0-BC30-299DC9345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6" y="688489"/>
            <a:ext cx="14524298" cy="662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3997B3F4-9BFF-45F6-9E8C-48CE41F2D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49540"/>
            <a:ext cx="14630399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C239683C-BA96-454C-A1D1-F9BB621D4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835140"/>
            <a:ext cx="14630399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B539998C-7082-4A7F-A715-E7A28F46D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7282255"/>
            <a:ext cx="14630399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551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ru-RU" sz="8000" i="1" dirty="0">
                <a:solidFill>
                  <a:srgbClr val="D8B6A4"/>
                </a:solidFill>
                <a:latin typeface="Calibri (Основной текст)"/>
                <a:ea typeface="Gelasio" pitchFamily="34" charset="-122"/>
                <a:cs typeface="Gelasio" pitchFamily="34" charset="-120"/>
              </a:rPr>
              <a:t>Авторы:</a:t>
            </a:r>
            <a:endParaRPr lang="en-US" sz="8000" i="1" dirty="0">
              <a:latin typeface="Calibri (Основной текст)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29553" y="4170045"/>
            <a:ext cx="3485478" cy="45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ru-RU" sz="6000" i="1" dirty="0">
                <a:solidFill>
                  <a:srgbClr val="D8B6A4"/>
                </a:solidFill>
                <a:latin typeface="Cambria" panose="02040503050406030204" pitchFamily="18" charset="0"/>
                <a:ea typeface="Cambria" panose="02040503050406030204" pitchFamily="18" charset="0"/>
                <a:cs typeface="Gelasio" pitchFamily="34" charset="-120"/>
              </a:rPr>
              <a:t>Политыко И.А.</a:t>
            </a:r>
            <a:endParaRPr lang="en-US" sz="60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75118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60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67312" y="4170045"/>
            <a:ext cx="27216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ru-RU" sz="6000" i="1" dirty="0" err="1">
                <a:solidFill>
                  <a:srgbClr val="D8B6A4"/>
                </a:solidFill>
                <a:latin typeface="Cambria" panose="02040503050406030204" pitchFamily="18" charset="0"/>
                <a:ea typeface="Cambria" panose="02040503050406030204" pitchFamily="18" charset="0"/>
                <a:cs typeface="Gelasio" pitchFamily="34" charset="-120"/>
              </a:rPr>
              <a:t>Гринь</a:t>
            </a:r>
            <a:r>
              <a:rPr lang="ru-RU" sz="6000" i="1" dirty="0">
                <a:solidFill>
                  <a:srgbClr val="D8B6A4"/>
                </a:solidFill>
                <a:latin typeface="Cambria" panose="02040503050406030204" pitchFamily="18" charset="0"/>
                <a:ea typeface="Cambria" panose="02040503050406030204" pitchFamily="18" charset="0"/>
                <a:cs typeface="Gelasio" pitchFamily="34" charset="-120"/>
              </a:rPr>
              <a:t> Р.А.</a:t>
            </a:r>
            <a:endParaRPr lang="en-US" sz="60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32928" y="475118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60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41278" y="4170045"/>
            <a:ext cx="24660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ru-RU" sz="6000" i="1" dirty="0">
                <a:solidFill>
                  <a:srgbClr val="D8B6A4"/>
                </a:solidFill>
                <a:latin typeface="Cambria" panose="02040503050406030204" pitchFamily="18" charset="0"/>
                <a:ea typeface="Cambria" panose="02040503050406030204" pitchFamily="18" charset="0"/>
                <a:cs typeface="Gelasio" pitchFamily="34" charset="-120"/>
              </a:rPr>
              <a:t>Лукашов В.А.</a:t>
            </a:r>
            <a:endParaRPr lang="en-US" sz="60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2067" y="475118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803F0757-0DE7-4194-BDD2-F43EE0184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49540"/>
            <a:ext cx="14630399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69054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376</Words>
  <Application>Microsoft Office PowerPoint</Application>
  <PresentationFormat>Произвольный</PresentationFormat>
  <Paragraphs>85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Gelasio</vt:lpstr>
      <vt:lpstr>Cambria</vt:lpstr>
      <vt:lpstr>Calibri (Основной текст)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Roman Green</cp:lastModifiedBy>
  <cp:revision>4</cp:revision>
  <dcterms:created xsi:type="dcterms:W3CDTF">2025-02-28T07:49:20Z</dcterms:created>
  <dcterms:modified xsi:type="dcterms:W3CDTF">2025-02-28T08:55:07Z</dcterms:modified>
</cp:coreProperties>
</file>